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9.xml"/><Relationship Id="rId9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Launch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ORBIT-47 mission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Approve lunar pilot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Prepare the checklist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